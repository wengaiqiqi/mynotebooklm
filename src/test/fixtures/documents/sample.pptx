
<file path=ppt/presentation.xml><?xml version="1.0" encoding="utf-8"?>
<p:presentation xmlns:p="p">
  <p:sldIdLst>
    <p:sldId id="1"/>
  </p:sldIdLst>
</p:presentation>
</file>

<file path=ppt/slides/slide1.xml><?xml version="1.0" encoding="utf-8"?>
<p:sld xmlns:p="p" xmlns:a="a">
  <a:t>Sample</a:t>
  <a:t>Fixture</a:t>
</p:sld>
</file>